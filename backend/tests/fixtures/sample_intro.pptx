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/>
            </a:pPr>
            <a:r>
              <a:t>Introduction to Cloud Computing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What is Cloud Computing?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Cloud computing provides on-demand access to computing resources over the internet.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Cloud Service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IaaS: Infrastructure as a Service</a:t>
            </a:r>
          </a:p>
          <a:p>
            <a:r>
              <a:t>PaaS: Platform as a Service</a:t>
            </a:r>
          </a:p>
          <a:p>
            <a:r>
              <a:t>SaaS: Software as a 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